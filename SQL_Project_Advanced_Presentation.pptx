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Brands by MSP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APPLE</c:v>
                </c:pt>
                <c:pt idx="1">
                  <c:v>Nothing</c:v>
                </c:pt>
                <c:pt idx="2">
                  <c:v>Google</c:v>
                </c:pt>
                <c:pt idx="3">
                  <c:v>IQOO</c:v>
                </c:pt>
                <c:pt idx="4">
                  <c:v>Xiaomi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65982.16326530612</c:v>
                </c:pt>
                <c:pt idx="1">
                  <c:v>30665.666666666668</c:v>
                </c:pt>
                <c:pt idx="2">
                  <c:v>29999.0</c:v>
                </c:pt>
                <c:pt idx="3">
                  <c:v>26566.428571428572</c:v>
                </c:pt>
                <c:pt idx="4">
                  <c:v>26499.0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Brands by Rating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APPLE</c:v>
                </c:pt>
                <c:pt idx="1">
                  <c:v>realme</c:v>
                </c:pt>
                <c:pt idx="2">
                  <c:v>vivo</c:v>
                </c:pt>
                <c:pt idx="3">
                  <c:v>OPPO</c:v>
                </c:pt>
                <c:pt idx="4">
                  <c:v>Google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4.591836734693878</c:v>
                </c:pt>
                <c:pt idx="1">
                  <c:v>4.410989010989011</c:v>
                </c:pt>
                <c:pt idx="2">
                  <c:v>4.334482758620689</c:v>
                </c:pt>
                <c:pt idx="3">
                  <c:v>4.3307692307692305</c:v>
                </c:pt>
                <c:pt idx="4">
                  <c:v>4.3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Brands by Reviews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realme</c:v>
                </c:pt>
                <c:pt idx="1">
                  <c:v>POCO</c:v>
                </c:pt>
                <c:pt idx="2">
                  <c:v>APPLE</c:v>
                </c:pt>
                <c:pt idx="3">
                  <c:v>REDMI</c:v>
                </c:pt>
                <c:pt idx="4">
                  <c:v>SAMSUNG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413306</c:v>
                </c:pt>
                <c:pt idx="1">
                  <c:v>339904</c:v>
                </c:pt>
                <c:pt idx="2">
                  <c:v>321523</c:v>
                </c:pt>
                <c:pt idx="3">
                  <c:v>313282</c:v>
                </c:pt>
                <c:pt idx="4">
                  <c:v>168510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Brands by Discount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Realme</c:v>
                </c:pt>
                <c:pt idx="1">
                  <c:v>Google</c:v>
                </c:pt>
                <c:pt idx="2">
                  <c:v>Infinix</c:v>
                </c:pt>
                <c:pt idx="3">
                  <c:v>POCO</c:v>
                </c:pt>
                <c:pt idx="4">
                  <c:v>MOTOROLA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38.0</c:v>
                </c:pt>
                <c:pt idx="1">
                  <c:v>31.0</c:v>
                </c:pt>
                <c:pt idx="2">
                  <c:v>29.366666666666667</c:v>
                </c:pt>
                <c:pt idx="3">
                  <c:v>28.5</c:v>
                </c:pt>
                <c:pt idx="4">
                  <c:v>27.236842105263158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Project: Mobile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SQL to Analyze Mobile Brands, Prices, and Customer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leverages SQL to analyze mobile phone data from Flipkart.</a:t>
            </a:r>
          </a:p>
          <a:p>
            <a:r>
              <a:t>We extract insights from structured data, optimizing query performance to uncover key trends in pricing, reviews, and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Project Objectives</a:t>
            </a:r>
          </a:p>
          <a:p>
            <a:r>
              <a:t>3. Database Schema</a:t>
            </a:r>
          </a:p>
          <a:p>
            <a:r>
              <a:t>4. Key Statistics</a:t>
            </a:r>
          </a:p>
          <a:p>
            <a:r>
              <a:t>5. Top 5 Brands &amp; Models Analysis</a:t>
            </a:r>
          </a:p>
          <a:p>
            <a:r>
              <a:t>6. SQL Queries Used</a:t>
            </a:r>
          </a:p>
          <a:p>
            <a:r>
              <a:t>7. Insights &amp; Visualizations</a:t>
            </a:r>
          </a:p>
          <a:p>
            <a:r>
              <a:t>8. Conclusion &amp; Future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 meaningful insights using SQL queries</a:t>
            </a:r>
          </a:p>
          <a:p>
            <a:r>
              <a:t>- Identify best brands and models based on key metrics</a:t>
            </a:r>
          </a:p>
          <a:p>
            <a:r>
              <a:t>- Optimize queries for efficient data retrieval</a:t>
            </a:r>
          </a:p>
          <a:p>
            <a:r>
              <a:t>- Generate business insights using SQL-based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includes the following tables:</a:t>
            </a:r>
          </a:p>
          <a:p>
            <a:r>
              <a:t>- Mobiles (MobileID, Brand, Model, MSP, MRP, Ratings, No_of_Reviews, Discount)</a:t>
            </a:r>
          </a:p>
          <a:p>
            <a:r>
              <a:t>- Users (UserID, Name, Location, Age)</a:t>
            </a:r>
          </a:p>
          <a:p>
            <a:r>
              <a:t>- Orders (OrderID, UserID, MobileID, OrderDate, Quantity, TotalPrice)</a:t>
            </a:r>
          </a:p>
          <a:p>
            <a:r>
              <a:t>- Reviews (ReviewID, UserID, MobileID, Rating, Comment)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429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Total Mobile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Total Brands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Total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1,958,501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Average Reviews per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3653.92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Average MRP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22655.14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Average MSP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18118.08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Brands by MSP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Brands by Rating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Brands by Reviews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Brands by Discount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Phones/Models by MSP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304800"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MSP (₹)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13 Pro Max (Alpine Green,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114900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13 Pro (Graphite,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99990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14 Plus (Purple,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95990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14 Plus (Starlight,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95990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14 Plus (Blue,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Phones/Models by Rating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304800"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Rating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Infinix Zero Ultra (Coslight Silver,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Infinix Zero Ultra (Genesis Noir, 256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13 (Midnight,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13 (Green,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APPLE iPhone 13 ((PRODUCT)RED,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Phones/Models by Reviews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304800"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Reviews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POCO M3 (Yellow,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POCO M3 (Cool Blue, 64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REDMI 9i (Midnight Black, 64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REDMI 9i (Nature Green, 64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REDMI 9i (Sea Blue, 64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Phones/Models by Discount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304800"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Discount (%)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SAMSUNG Galaxy S21 FE 5G (Graphite,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SAMSUNG Galaxy S21 FE 5G (Lavender,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SAMSUNG Galaxy S21 FE 5G (Olive,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Infinix Hot 11 2022 (Aurora Green, 64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SAMSUNG Galaxy F42 5G (Matte Aqua, 128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Top 5 most expensive mobile brands:</a:t>
            </a:r>
          </a:p>
          <a:p>
            <a:r>
              <a:t>   SELECT Brand, AVG(MSP) FROM Mobiles GROUP BY Brand ORDER BY AVG(MSP) DESC LIMIT 5;</a:t>
            </a:r>
          </a:p>
          <a:p>
            <a:r>
              <a:t>2. Best-rated brands:</a:t>
            </a:r>
          </a:p>
          <a:p>
            <a:r>
              <a:t>   SELECT Brand, AVG(Ratings) FROM Mobiles GROUP BY Brand ORDER BY AVG(Ratings) DESC LIMIT 5;</a:t>
            </a:r>
          </a:p>
          <a:p>
            <a:r>
              <a:t>3. Most reviewed mobiles:</a:t>
            </a:r>
          </a:p>
          <a:p>
            <a:r>
              <a:t>   SELECT Model, No_of_Reviews FROM Mobiles ORDER BY No_of_Reviews DESC LIMIT 5;</a:t>
            </a:r>
          </a:p>
          <a:p>
            <a:r>
              <a:t>4. Highest discount brands:</a:t>
            </a:r>
          </a:p>
          <a:p>
            <a:r>
              <a:t>   SELECT Brand, AVG(Discount) FROM Mobiles GROUP BY Brand ORDER BY AVG(Discount) DESC LIMIT 5;</a:t>
            </a:r>
          </a:p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Premium brands have the highest MSP but lower discounts.</a:t>
            </a:r>
          </a:p>
          <a:p>
            <a:r>
              <a:t>- The most reviewed models are not always the highest-rated.</a:t>
            </a:r>
          </a:p>
          <a:p>
            <a:r>
              <a:t>- Budget smartphones often receive higher discounts.</a:t>
            </a:r>
          </a:p>
          <a:p>
            <a:r>
              <a:t>- User ratings significantly impact a brand’s market perception.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queries help uncover trends in pricing, reviews, and discounts.</a:t>
            </a:r>
          </a:p>
          <a:p>
            <a:r>
              <a:t>- Optimized query execution improves data retrieval efficiency.</a:t>
            </a:r>
          </a:p>
          <a:p>
            <a:r>
              <a:t>- Future enhancements: Integrating SQL with Python for advanced analytics.</a:t>
            </a:r>
          </a:p>
          <a:p>
            <a:r>
              <a:t>- Exploring machine learning for predictive mobile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