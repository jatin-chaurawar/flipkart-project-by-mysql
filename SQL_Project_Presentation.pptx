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Project: Data Analysis &amp;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SQL-Based Data Exploration and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focuses on analyzing structured data using SQL. We extract insights by writing efficient queries, optimizing data retrieval, and visualizing key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database structure and relationships</a:t>
            </a:r>
          </a:p>
          <a:p>
            <a:r>
              <a:t>- Perform complex SQL queries for insights</a:t>
            </a:r>
          </a:p>
          <a:p>
            <a:r>
              <a:t>- Identify key patterns and trends in the data</a:t>
            </a:r>
          </a:p>
          <a:p>
            <a:r>
              <a:t>- Optimize queries for better performance</a:t>
            </a:r>
          </a:p>
          <a:p>
            <a:r>
              <a:t>- Create visualizations for data-driven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database consists of multiple related tables, including:</a:t>
            </a:r>
          </a:p>
          <a:p>
            <a:r>
              <a:t>- Users (UserID, Name, Age, Location)</a:t>
            </a:r>
          </a:p>
          <a:p>
            <a:r>
              <a:t>- Products (ProductID, Name, Category, Price)</a:t>
            </a:r>
          </a:p>
          <a:p>
            <a:r>
              <a:t>- Orders (OrderID, UserID, ProductID, OrderDate, Quantity, TotalPrice)</a:t>
            </a:r>
          </a:p>
          <a:p>
            <a:r>
              <a:t>- Reviews (ReviewID, UserID, ProductID, Rating, Comment)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 dataset is sourced from a structured SQL database</a:t>
            </a:r>
          </a:p>
          <a:p>
            <a:r>
              <a:t>- Contains transactional, product, and user review data</a:t>
            </a:r>
          </a:p>
          <a:p>
            <a:r>
              <a:t>- Extracted and transformed using SQL queries</a:t>
            </a:r>
          </a:p>
          <a:p>
            <a:r>
              <a:t>- Cleaned for missing values and inconsistencies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Queries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Query to find the top 5 best-selling products</a:t>
            </a:r>
          </a:p>
          <a:p>
            <a:r>
              <a:t>- Identifying the most reviewed products</a:t>
            </a:r>
          </a:p>
          <a:p>
            <a:r>
              <a:t>- Finding average ratings per category</a:t>
            </a:r>
          </a:p>
          <a:p>
            <a:r>
              <a:t>- Query to analyze user purchase patterns</a:t>
            </a:r>
          </a:p>
          <a:p>
            <a:r>
              <a:t>- Optimized queries for faster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SQL queries, we extracted the following insights:</a:t>
            </a:r>
          </a:p>
          <a:p>
            <a:r>
              <a:t>- Most popular product categories</a:t>
            </a:r>
          </a:p>
          <a:p>
            <a:r>
              <a:t>- Best-rated brands based on customer feedback</a:t>
            </a:r>
          </a:p>
          <a:p>
            <a:r>
              <a:t>- Peak sales timeframes</a:t>
            </a:r>
          </a:p>
          <a:p>
            <a:r>
              <a:t>- User demographics influencing purchase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SQL-based analysis provides structured insights</a:t>
            </a:r>
          </a:p>
          <a:p>
            <a:r>
              <a:t>- Query optimization enhances data retrieval speed</a:t>
            </a:r>
          </a:p>
          <a:p>
            <a:r>
              <a:t>- Future work: Implementing SQL procedures &amp; triggers</a:t>
            </a:r>
          </a:p>
          <a:p>
            <a:r>
              <a:t>- Exploring advanced analytics using SQL with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